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Montserrat"/>
      <p:regular r:id="rId13"/>
      <p:bold r:id="rId14"/>
      <p:italic r:id="rId15"/>
      <p:boldItalic r:id="rId16"/>
    </p:embeddedFont>
    <p:embeddedFont>
      <p:font typeface="La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Montserrat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italic.fntdata"/><Relationship Id="rId14" Type="http://schemas.openxmlformats.org/officeDocument/2006/relationships/font" Target="fonts/Montserrat-bold.fntdata"/><Relationship Id="rId17" Type="http://schemas.openxmlformats.org/officeDocument/2006/relationships/font" Target="fonts/Lato-regular.fntdata"/><Relationship Id="rId16" Type="http://schemas.openxmlformats.org/officeDocument/2006/relationships/font" Target="fonts/Montserrat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88baa2f94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d88baa2f94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d88baa2f94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d88baa2f94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88baa2f94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88baa2f94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88baa2f94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88baa2f94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d88baa2f94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d88baa2f94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d88baa2f94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d88baa2f94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RIP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24п2 Казарбеков Ильяс Халимович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Что это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Преимущества</a:t>
            </a:r>
            <a:endParaRPr/>
          </a:p>
        </p:txBody>
      </p:sp>
      <p:sp>
        <p:nvSpPr>
          <p:cNvPr id="147" name="Google Shape;147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Недостатки</a:t>
            </a:r>
            <a:endParaRPr/>
          </a:p>
        </p:txBody>
      </p:sp>
      <p:sp>
        <p:nvSpPr>
          <p:cNvPr id="153" name="Google Shape;153;p1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Гибриды</a:t>
            </a:r>
            <a:endParaRPr/>
          </a:p>
        </p:txBody>
      </p:sp>
      <p:sp>
        <p:nvSpPr>
          <p:cNvPr id="159" name="Google Shape;159;p1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Чистый вид</a:t>
            </a:r>
            <a:endParaRPr/>
          </a:p>
        </p:txBody>
      </p:sp>
      <p:sp>
        <p:nvSpPr>
          <p:cNvPr id="165" name="Google Shape;165;p1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</a:t>
            </a:r>
            <a:endParaRPr/>
          </a:p>
        </p:txBody>
      </p:sp>
      <p:sp>
        <p:nvSpPr>
          <p:cNvPr id="171" name="Google Shape;171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